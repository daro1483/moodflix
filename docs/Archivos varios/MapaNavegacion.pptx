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>
        <p:scale>
          <a:sx n="50" d="100"/>
          <a:sy n="50" d="100"/>
        </p:scale>
        <p:origin x="1494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5E32-186F-4DB6-8AC7-2E4A4B094923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65C0-59AA-479E-A7EB-E283DE673D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3723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5E32-186F-4DB6-8AC7-2E4A4B094923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65C0-59AA-479E-A7EB-E283DE673D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3573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5E32-186F-4DB6-8AC7-2E4A4B094923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65C0-59AA-479E-A7EB-E283DE673D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8651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5E32-186F-4DB6-8AC7-2E4A4B094923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65C0-59AA-479E-A7EB-E283DE673D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2461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5E32-186F-4DB6-8AC7-2E4A4B094923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65C0-59AA-479E-A7EB-E283DE673D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044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5E32-186F-4DB6-8AC7-2E4A4B094923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65C0-59AA-479E-A7EB-E283DE673D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2094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5E32-186F-4DB6-8AC7-2E4A4B094923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65C0-59AA-479E-A7EB-E283DE673D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2811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5E32-186F-4DB6-8AC7-2E4A4B094923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65C0-59AA-479E-A7EB-E283DE673D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4546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5E32-186F-4DB6-8AC7-2E4A4B094923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65C0-59AA-479E-A7EB-E283DE673D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053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5E32-186F-4DB6-8AC7-2E4A4B094923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65C0-59AA-479E-A7EB-E283DE673D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9921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5E32-186F-4DB6-8AC7-2E4A4B094923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C65C0-59AA-479E-A7EB-E283DE673D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0748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D5E32-186F-4DB6-8AC7-2E4A4B094923}" type="datetimeFigureOut">
              <a:rPr lang="es-ES" smtClean="0"/>
              <a:t>08/12/2025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C65C0-59AA-479E-A7EB-E283DE673D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1794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5447763" y="309095"/>
            <a:ext cx="1352281" cy="553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Emociones</a:t>
            </a:r>
            <a:endParaRPr lang="es-ES" sz="1200" dirty="0"/>
          </a:p>
        </p:txBody>
      </p:sp>
      <p:sp>
        <p:nvSpPr>
          <p:cNvPr id="6" name="Rectángulo 5"/>
          <p:cNvSpPr/>
          <p:nvPr/>
        </p:nvSpPr>
        <p:spPr>
          <a:xfrm>
            <a:off x="7030777" y="2004812"/>
            <a:ext cx="1352281" cy="553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 smtClean="0"/>
              <a:t>Login</a:t>
            </a:r>
            <a:endParaRPr lang="es-ES" sz="1200" dirty="0"/>
          </a:p>
        </p:txBody>
      </p:sp>
      <p:sp>
        <p:nvSpPr>
          <p:cNvPr id="7" name="Rectángulo 6"/>
          <p:cNvSpPr/>
          <p:nvPr/>
        </p:nvSpPr>
        <p:spPr>
          <a:xfrm>
            <a:off x="9274599" y="3595357"/>
            <a:ext cx="1352281" cy="553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ABM</a:t>
            </a:r>
            <a:endParaRPr lang="es-ES" sz="1200" dirty="0"/>
          </a:p>
        </p:txBody>
      </p:sp>
      <p:sp>
        <p:nvSpPr>
          <p:cNvPr id="8" name="Rectángulo 7"/>
          <p:cNvSpPr/>
          <p:nvPr/>
        </p:nvSpPr>
        <p:spPr>
          <a:xfrm>
            <a:off x="6338898" y="3595357"/>
            <a:ext cx="1352281" cy="553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err="1" smtClean="0"/>
              <a:t>Backup</a:t>
            </a:r>
            <a:endParaRPr lang="es-ES" sz="1200" dirty="0"/>
          </a:p>
        </p:txBody>
      </p:sp>
      <p:sp>
        <p:nvSpPr>
          <p:cNvPr id="9" name="Rectángulo 8"/>
          <p:cNvSpPr/>
          <p:nvPr/>
        </p:nvSpPr>
        <p:spPr>
          <a:xfrm>
            <a:off x="4877834" y="3595357"/>
            <a:ext cx="1352281" cy="553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Bitácora</a:t>
            </a:r>
            <a:endParaRPr lang="es-ES" sz="1200" dirty="0"/>
          </a:p>
        </p:txBody>
      </p:sp>
      <p:sp>
        <p:nvSpPr>
          <p:cNvPr id="10" name="Rectángulo 9"/>
          <p:cNvSpPr/>
          <p:nvPr/>
        </p:nvSpPr>
        <p:spPr>
          <a:xfrm>
            <a:off x="1617565" y="4782220"/>
            <a:ext cx="1352281" cy="553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Carrito</a:t>
            </a:r>
            <a:endParaRPr lang="es-ES" sz="1200" dirty="0"/>
          </a:p>
        </p:txBody>
      </p:sp>
      <p:sp>
        <p:nvSpPr>
          <p:cNvPr id="11" name="Rectángulo 10"/>
          <p:cNvSpPr/>
          <p:nvPr/>
        </p:nvSpPr>
        <p:spPr>
          <a:xfrm>
            <a:off x="4190997" y="1981199"/>
            <a:ext cx="1352281" cy="553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Libro o Película</a:t>
            </a:r>
            <a:endParaRPr lang="es-ES" sz="1200" dirty="0"/>
          </a:p>
        </p:txBody>
      </p:sp>
      <p:sp>
        <p:nvSpPr>
          <p:cNvPr id="12" name="Rectángulo 11"/>
          <p:cNvSpPr/>
          <p:nvPr/>
        </p:nvSpPr>
        <p:spPr>
          <a:xfrm>
            <a:off x="132002" y="3588915"/>
            <a:ext cx="1352281" cy="553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Libros</a:t>
            </a:r>
            <a:endParaRPr lang="es-ES" sz="1200" dirty="0"/>
          </a:p>
        </p:txBody>
      </p:sp>
      <p:sp>
        <p:nvSpPr>
          <p:cNvPr id="13" name="Rectángulo 12"/>
          <p:cNvSpPr/>
          <p:nvPr/>
        </p:nvSpPr>
        <p:spPr>
          <a:xfrm>
            <a:off x="3120697" y="3595357"/>
            <a:ext cx="1352281" cy="553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Libros Y Películas</a:t>
            </a:r>
            <a:endParaRPr lang="es-ES" sz="1200" dirty="0"/>
          </a:p>
        </p:txBody>
      </p:sp>
      <p:sp>
        <p:nvSpPr>
          <p:cNvPr id="14" name="Rectángulo 13"/>
          <p:cNvSpPr/>
          <p:nvPr/>
        </p:nvSpPr>
        <p:spPr>
          <a:xfrm>
            <a:off x="1620594" y="3601794"/>
            <a:ext cx="1352281" cy="553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Películas</a:t>
            </a:r>
            <a:endParaRPr lang="es-ES" sz="1200" dirty="0"/>
          </a:p>
        </p:txBody>
      </p:sp>
      <p:sp>
        <p:nvSpPr>
          <p:cNvPr id="15" name="Rectángulo 14"/>
          <p:cNvSpPr/>
          <p:nvPr/>
        </p:nvSpPr>
        <p:spPr>
          <a:xfrm>
            <a:off x="7799962" y="3588915"/>
            <a:ext cx="1352281" cy="553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Perfiles</a:t>
            </a:r>
            <a:endParaRPr lang="es-ES" sz="1200" dirty="0"/>
          </a:p>
        </p:txBody>
      </p:sp>
      <p:sp>
        <p:nvSpPr>
          <p:cNvPr id="16" name="Rectángulo 15"/>
          <p:cNvSpPr/>
          <p:nvPr/>
        </p:nvSpPr>
        <p:spPr>
          <a:xfrm>
            <a:off x="1484283" y="1968315"/>
            <a:ext cx="1352281" cy="553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Registrarse</a:t>
            </a:r>
            <a:endParaRPr lang="es-ES" sz="1200" dirty="0"/>
          </a:p>
        </p:txBody>
      </p:sp>
      <p:sp>
        <p:nvSpPr>
          <p:cNvPr id="17" name="Rectángulo 16"/>
          <p:cNvSpPr/>
          <p:nvPr/>
        </p:nvSpPr>
        <p:spPr>
          <a:xfrm>
            <a:off x="10735663" y="3588915"/>
            <a:ext cx="1352281" cy="5537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 smtClean="0"/>
              <a:t>Usuarios Bloqueados</a:t>
            </a:r>
            <a:endParaRPr lang="es-ES" sz="1200" dirty="0"/>
          </a:p>
        </p:txBody>
      </p:sp>
      <p:cxnSp>
        <p:nvCxnSpPr>
          <p:cNvPr id="19" name="Conector recto 18"/>
          <p:cNvCxnSpPr>
            <a:stCxn id="4" idx="2"/>
          </p:cNvCxnSpPr>
          <p:nvPr/>
        </p:nvCxnSpPr>
        <p:spPr>
          <a:xfrm>
            <a:off x="6123904" y="862885"/>
            <a:ext cx="6440" cy="66970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/>
          <p:cNvCxnSpPr/>
          <p:nvPr/>
        </p:nvCxnSpPr>
        <p:spPr>
          <a:xfrm>
            <a:off x="6130344" y="1532586"/>
            <a:ext cx="156083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/>
          <p:cNvCxnSpPr/>
          <p:nvPr/>
        </p:nvCxnSpPr>
        <p:spPr>
          <a:xfrm flipH="1">
            <a:off x="4877834" y="1532586"/>
            <a:ext cx="125251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/>
          <p:cNvCxnSpPr>
            <a:stCxn id="11" idx="0"/>
          </p:cNvCxnSpPr>
          <p:nvPr/>
        </p:nvCxnSpPr>
        <p:spPr>
          <a:xfrm flipV="1">
            <a:off x="4867138" y="1532586"/>
            <a:ext cx="10696" cy="44861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/>
          <p:cNvCxnSpPr>
            <a:stCxn id="6" idx="0"/>
          </p:cNvCxnSpPr>
          <p:nvPr/>
        </p:nvCxnSpPr>
        <p:spPr>
          <a:xfrm flipH="1" flipV="1">
            <a:off x="7691179" y="1519703"/>
            <a:ext cx="15739" cy="48510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/>
          <p:cNvCxnSpPr/>
          <p:nvPr/>
        </p:nvCxnSpPr>
        <p:spPr>
          <a:xfrm flipH="1" flipV="1">
            <a:off x="2160423" y="1519703"/>
            <a:ext cx="2717411" cy="1288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/>
          <p:cNvCxnSpPr>
            <a:endCxn id="16" idx="0"/>
          </p:cNvCxnSpPr>
          <p:nvPr/>
        </p:nvCxnSpPr>
        <p:spPr>
          <a:xfrm>
            <a:off x="2160423" y="1519703"/>
            <a:ext cx="1" cy="44861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47"/>
          <p:cNvCxnSpPr>
            <a:stCxn id="11" idx="2"/>
          </p:cNvCxnSpPr>
          <p:nvPr/>
        </p:nvCxnSpPr>
        <p:spPr>
          <a:xfrm>
            <a:off x="4867138" y="2534989"/>
            <a:ext cx="3312" cy="67176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/>
          <p:cNvCxnSpPr/>
          <p:nvPr/>
        </p:nvCxnSpPr>
        <p:spPr>
          <a:xfrm flipH="1">
            <a:off x="790575" y="3193961"/>
            <a:ext cx="407656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/>
          <p:cNvCxnSpPr>
            <a:stCxn id="13" idx="0"/>
          </p:cNvCxnSpPr>
          <p:nvPr/>
        </p:nvCxnSpPr>
        <p:spPr>
          <a:xfrm flipH="1" flipV="1">
            <a:off x="3796837" y="3193961"/>
            <a:ext cx="1" cy="4013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/>
          <p:cNvCxnSpPr>
            <a:stCxn id="14" idx="0"/>
          </p:cNvCxnSpPr>
          <p:nvPr/>
        </p:nvCxnSpPr>
        <p:spPr>
          <a:xfrm flipH="1" flipV="1">
            <a:off x="2296734" y="3193961"/>
            <a:ext cx="1" cy="40783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/>
          <p:cNvCxnSpPr>
            <a:stCxn id="12" idx="0"/>
          </p:cNvCxnSpPr>
          <p:nvPr/>
        </p:nvCxnSpPr>
        <p:spPr>
          <a:xfrm flipH="1" flipV="1">
            <a:off x="808142" y="3193961"/>
            <a:ext cx="1" cy="39495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/>
          <p:cNvCxnSpPr/>
          <p:nvPr/>
        </p:nvCxnSpPr>
        <p:spPr>
          <a:xfrm flipV="1">
            <a:off x="790575" y="4457700"/>
            <a:ext cx="3006262" cy="95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63"/>
          <p:cNvCxnSpPr>
            <a:endCxn id="13" idx="2"/>
          </p:cNvCxnSpPr>
          <p:nvPr/>
        </p:nvCxnSpPr>
        <p:spPr>
          <a:xfrm flipV="1">
            <a:off x="3796837" y="4149147"/>
            <a:ext cx="1" cy="30855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64"/>
          <p:cNvCxnSpPr/>
          <p:nvPr/>
        </p:nvCxnSpPr>
        <p:spPr>
          <a:xfrm flipV="1">
            <a:off x="2264216" y="4158672"/>
            <a:ext cx="1" cy="30855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65"/>
          <p:cNvCxnSpPr/>
          <p:nvPr/>
        </p:nvCxnSpPr>
        <p:spPr>
          <a:xfrm flipV="1">
            <a:off x="808141" y="4149147"/>
            <a:ext cx="1" cy="30855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66"/>
          <p:cNvCxnSpPr/>
          <p:nvPr/>
        </p:nvCxnSpPr>
        <p:spPr>
          <a:xfrm flipV="1">
            <a:off x="2264214" y="4462462"/>
            <a:ext cx="1" cy="30855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/>
          <p:cNvCxnSpPr/>
          <p:nvPr/>
        </p:nvCxnSpPr>
        <p:spPr>
          <a:xfrm flipH="1" flipV="1">
            <a:off x="5613517" y="3193961"/>
            <a:ext cx="5798287" cy="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/>
          <p:cNvCxnSpPr/>
          <p:nvPr/>
        </p:nvCxnSpPr>
        <p:spPr>
          <a:xfrm>
            <a:off x="7684365" y="2538387"/>
            <a:ext cx="3312" cy="67176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72"/>
          <p:cNvCxnSpPr/>
          <p:nvPr/>
        </p:nvCxnSpPr>
        <p:spPr>
          <a:xfrm flipH="1" flipV="1">
            <a:off x="5617188" y="3187519"/>
            <a:ext cx="1" cy="4013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/>
          <p:cNvCxnSpPr/>
          <p:nvPr/>
        </p:nvCxnSpPr>
        <p:spPr>
          <a:xfrm flipH="1" flipV="1">
            <a:off x="7049911" y="3187519"/>
            <a:ext cx="1" cy="4013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/>
          <p:cNvCxnSpPr/>
          <p:nvPr/>
        </p:nvCxnSpPr>
        <p:spPr>
          <a:xfrm flipH="1" flipV="1">
            <a:off x="8512660" y="3178578"/>
            <a:ext cx="1" cy="4013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cto 75"/>
          <p:cNvCxnSpPr/>
          <p:nvPr/>
        </p:nvCxnSpPr>
        <p:spPr>
          <a:xfrm flipH="1" flipV="1">
            <a:off x="9927813" y="3178578"/>
            <a:ext cx="1" cy="4013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/>
          <p:cNvCxnSpPr/>
          <p:nvPr/>
        </p:nvCxnSpPr>
        <p:spPr>
          <a:xfrm flipH="1" flipV="1">
            <a:off x="11411803" y="3178578"/>
            <a:ext cx="1" cy="4013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680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18</Words>
  <Application>Microsoft Office PowerPoint</Application>
  <PresentationFormat>Panorámica</PresentationFormat>
  <Paragraphs>13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Usuario</cp:lastModifiedBy>
  <cp:revision>6</cp:revision>
  <dcterms:created xsi:type="dcterms:W3CDTF">2025-12-08T19:41:43Z</dcterms:created>
  <dcterms:modified xsi:type="dcterms:W3CDTF">2025-12-08T20:32:05Z</dcterms:modified>
</cp:coreProperties>
</file>